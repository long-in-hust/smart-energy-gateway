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365760" y="3840480"/>
            <a:ext cx="1645920" cy="164592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65760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IT6130 — Lập trình và Ảo hóa cho IoT  •  Đề tài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Smart Energy</a:t>
            </a:r>
            <a:endParaRPr lang="en-US" sz="3800" dirty="0"/>
          </a:p>
          <a:p>
            <a:pPr indent="0" marL="0">
              <a:buNone/>
            </a:pPr>
            <a:r>
              <a:rPr lang="en-US" sz="38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Gateway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sát điện năng &amp; Điều khiển tải thông minh qua MQTT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3657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4612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0E3A5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57400" y="324612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0E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0" y="324612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0E3A5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57800" y="324612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0E3A5E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0" y="324612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0E3A5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0B2D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XX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Thành viên 1, 2,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1148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 học: IT6130  •  Tháng 6, 2026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2286000"/>
            <a:ext cx="1463040" cy="1463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53896"/>
            <a:ext cx="438912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5389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4356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8013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&amp; Mục tiêu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Smart Energy Gateway?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453896"/>
            <a:ext cx="438912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45389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43560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18013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services, data flow, MQTT topics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132588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63640" y="1453896"/>
            <a:ext cx="438912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263640" y="145389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43560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18013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63640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luật xử lý overload &amp; restore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65760" y="297180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099816"/>
            <a:ext cx="438912" cy="274320"/>
          </a:xfrm>
          <a:prstGeom prst="roundRect">
            <a:avLst>
              <a:gd name="adj" fmla="val 20000"/>
            </a:avLst>
          </a:prstGeom>
          <a:solidFill>
            <a:srgbClr val="06B6D4">
              <a:alpha val="8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502920" y="30998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08152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2920" y="3447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API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0292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7 panels + FastAPI endpoints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46120" y="297180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83280" y="3099816"/>
            <a:ext cx="438912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3383280" y="30998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308152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83280" y="3447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Triển khai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38328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Compose, volumes, health checks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26480" y="297180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63640" y="3099816"/>
            <a:ext cx="438912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6263640" y="30998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08152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63640" y="3447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Kết quả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26364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&amp; unit test rule engine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quản lý năng lượng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Thách thức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tải điện (HVAC, đèn, ổ cắm) hoạt động đồng thời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677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công suất có thể vượt ngưỡng cho phép bất cứ lúc nào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977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066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điện mặt trời thay đổi theo giờ trong ngày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455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phát hiện overload và tự động shed tải không ưu tiên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84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khôi phục tải khi điện mặt trời dồi dào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09651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233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giám sát real-time và có API điều khiển thủ công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D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5544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3,500W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overload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D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15544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9516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tải giám sát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31089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D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2918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029200" y="3977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Luật rule engine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03720" y="31089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D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32918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95160" y="3977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services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457200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Giải pháp: Virtual Smart Energy Gateway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LAYER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508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4813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meter-hvac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173736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1200W base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2316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62072" y="14813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meter-light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862072" y="173736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 base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48056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19472" y="14813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meter-plug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919472" y="173736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300W base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53796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5087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76872" y="14813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solar-sim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976872" y="173736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2000W peak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4389120" y="2240280"/>
            <a:ext cx="0" cy="4114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657600" y="22860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telemetry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365760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474720" y="265176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72491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270662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Mosquitto MQTT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904488" y="294436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QoS 1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389120" y="3310128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65760" y="36301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2560320" y="3675888"/>
            <a:ext cx="3566160" cy="1115568"/>
          </a:xfrm>
          <a:prstGeom prst="roundRect">
            <a:avLst>
              <a:gd name="adj" fmla="val 9836"/>
            </a:avLst>
          </a:prstGeom>
          <a:solidFill>
            <a:srgbClr val="0B305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560320" y="3675888"/>
            <a:ext cx="3566160" cy="1115568"/>
          </a:xfrm>
          <a:prstGeom prst="roundRect">
            <a:avLst>
              <a:gd name="adj" fmla="val 9836"/>
            </a:avLst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3767328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72384" y="37490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Gateway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269748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 •  Normalize  •  Rule Engine  •  State Store  •  InfluxDB Writer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583680" y="141732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6720840" y="15361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load-hvac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6720840" y="17922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simulator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6583680" y="260604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6720840" y="27249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load-light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720840" y="298094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simulator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6583680" y="37947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6720840" y="39136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load-plug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6720840" y="41696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simulator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6126480" y="4224528"/>
            <a:ext cx="457200" cy="-22860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144768" y="28346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6583680" y="3657600"/>
            <a:ext cx="2011680" cy="566928"/>
          </a:xfrm>
          <a:prstGeom prst="roundRect">
            <a:avLst>
              <a:gd name="adj" fmla="val 19355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662940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 +  Grafana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6583680" y="4315968"/>
            <a:ext cx="2011680" cy="566928"/>
          </a:xfrm>
          <a:prstGeom prst="roundRect">
            <a:avLst>
              <a:gd name="adj" fmla="val 19355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0" name="Text 42"/>
          <p:cNvSpPr/>
          <p:nvPr/>
        </p:nvSpPr>
        <p:spPr>
          <a:xfrm>
            <a:off x="6629400" y="44256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:8000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MQTT Topic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3611880"/>
          </a:xfrm>
          <a:prstGeom prst="roundRect">
            <a:avLst>
              <a:gd name="adj" fmla="val 303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Hierarchy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801368"/>
            <a:ext cx="109728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energy/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0392" y="2221992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{load_id}/meter/telemetry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148840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0891B2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148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→ Gateway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50392" y="2642616"/>
            <a:ext cx="10972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532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{load_id}/load/command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569464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5694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→ Actuator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50392" y="306324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" y="2953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{load_id}/load/status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990088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990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→ Gateway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50392" y="3483864"/>
            <a:ext cx="109728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33741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solar/telemetry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410712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3410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→ Gateway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50392" y="3904488"/>
            <a:ext cx="109728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gateway/event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831336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EF4444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3831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→ All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50392" y="4325112"/>
            <a:ext cx="1097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" y="42153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gateway/summary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4251960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4251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retain=true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4023360" cy="3611880"/>
          </a:xfrm>
          <a:prstGeom prst="roundRect">
            <a:avLst>
              <a:gd name="adj" fmla="val 303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12984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Telemetry Message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1664208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177393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2020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"device_id":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"meter-hvac",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226771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"load_id":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"hvac",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25146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"voltage":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220.0,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276148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"current_ampere":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5.6,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300837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"power_watt":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1232.0,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83480" y="325526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"energy_wh":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340.5,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35021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"low",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37490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"load_on":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true,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39959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"2026-06-12T10:00Z"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424281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 — 5 luật xử lý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53312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06B6D4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3990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13075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73936" y="1307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total_power_watt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76672" y="1563624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87568" y="130759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energy_summary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002536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121408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12140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6712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20756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73936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total_power &gt; 3,500W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376672" y="2331720"/>
            <a:ext cx="274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87568" y="20756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event overload_detected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2770632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2889504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" y="288950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935224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28437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773936" y="2843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overload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376672" y="3099816"/>
            <a:ext cx="2743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687568" y="284378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OFF tải priority thấp trước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3538728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02920" y="3657600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365760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703320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44752" y="36118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773936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solar_power &gt; 800W &amp; có load shed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376672" y="3867912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687568" y="361188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 tải bị shed (restore)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65760" y="4306824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02920" y="4425696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0891B2">
              <a:alpha val="8500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502920" y="442569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2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471416"/>
            <a:ext cx="292608" cy="29260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44752" y="43799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773936" y="4379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im lặng &gt; 30s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5376672" y="4636008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687568" y="437997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event meter_offline [critical]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457200" y="5074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Bonus: total_power &lt; 80% threshold  →  Restore tất cả load đang bị shed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xử lý: Overload Detection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475488" cy="475488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299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50545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publishes spike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0624" y="30175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power_watt = 2800W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(HVAC spike +133%)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691640" y="2880360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09928" y="2788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10512" y="128016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21992" y="1417320"/>
            <a:ext cx="475488" cy="475488"/>
          </a:xfrm>
          <a:prstGeom prst="ellipse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221992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02996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83664" y="250545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validates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865376" y="30175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&amp;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write InfluxDB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136392" y="2880360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54680" y="2788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255264" y="128016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66744" y="1417320"/>
            <a:ext cx="475488" cy="475488"/>
          </a:xfrm>
          <a:prstGeom prst="ellipse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3666744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202996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328416" y="250545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fires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310128" y="30175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3700W &gt; 3500W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+ R3 triggered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581144" y="2880360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99432" y="2788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00016" y="128016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111496" y="1417320"/>
            <a:ext cx="475488" cy="475488"/>
          </a:xfrm>
          <a:prstGeom prst="ellipse">
            <a:avLst/>
          </a:prstGeom>
          <a:solidFill>
            <a:srgbClr val="EF4444">
              <a:alpha val="9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511149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2029968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773168" y="250545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published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754880" y="30175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energy/gateway/event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overload_detected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025896" y="2880360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044184" y="2788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44768" y="128016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556248" y="1417320"/>
            <a:ext cx="475488" cy="475488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556248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029968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217920" y="250545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sent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6199632" y="30175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energy/plug/load/command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off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7470648" y="2880360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488936" y="2788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589520" y="128016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001000" y="1417320"/>
            <a:ext cx="475488" cy="475488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47" name="Text 40"/>
          <p:cNvSpPr/>
          <p:nvPr/>
        </p:nvSpPr>
        <p:spPr>
          <a:xfrm>
            <a:off x="80010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029968"/>
            <a:ext cx="384048" cy="38404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662672" y="250545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responds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7644384" y="30175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load-plug: OFF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status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26316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52" name="Text 4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Kết quả: Tổng công suất giảm từ 3700W xuống ~2900W. Load plug được khôi phục khi solar &gt; 800W.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thành phần lập trình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258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30759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71800" y="136245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smart_meter/meter.py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7548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vars: LOAD_ID, BASE_POWER, PRIORITY, PUBLISH_INTERVAL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488" y="2075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drift tự nhiên ±5% + spike 5% xác suất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" y="2368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lũy energy_wh mỗi chu kỳ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5488" y="2660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command → bật/tắt load_on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32461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3246120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F59E0B">
              <a:alpha val="88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33756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1248" y="33192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Simulator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971800" y="3374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solar_simulator/solar.py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75488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cong sine 6h–18h, peak 2000W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75488" y="4087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noise: gauss(1.0, 0.1), clamp [0.3, 1.0]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75488" y="43799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phát điện ngoài giờ ban ngày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75488" y="4672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mỗi 5s lên energy/solar/telemetry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709160" y="123444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09160" y="1234440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10B981">
              <a:alpha val="88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32588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84648" y="130759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Actuator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315200" y="136245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load_actuator/actuator.py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481888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energy/{id}/load/command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818888" y="2075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JSON: bắt buộc field 'action'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818888" y="2368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status retain=true sau mỗi lệnh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818888" y="2660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announcement: load_on=true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09160" y="32461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09160" y="3246120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EF4444">
              <a:alpha val="88000"/>
            </a:srgbClr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337560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184648" y="33192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Gateway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315200" y="3374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energy_gateway/gateway.py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4818888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RLock thread-safe StateStore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818888" y="4087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Normalize telemetry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818888" y="43799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mỗi 10s trong background thread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818888" y="4672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 event 30s/cặp (load_id, type)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— FastAPI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512064"/>
          </a:xfrm>
          <a:prstGeom prst="roundRect">
            <a:avLst>
              <a:gd name="adj" fmla="val 2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07592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075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43584" y="13258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3258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— status &amp; uptime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512064"/>
          </a:xfrm>
          <a:prstGeom prst="roundRect">
            <a:avLst>
              <a:gd name="adj" fmla="val 2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920240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202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43584" y="19385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/loads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938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3 load và trạng thái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8412480" cy="512064"/>
          </a:xfrm>
          <a:prstGeom prst="roundRect">
            <a:avLst>
              <a:gd name="adj" fmla="val 2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532888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328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43584" y="255117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/loads/{load_id}/state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55117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tiết: power_watt, load_on, priority...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8412480" cy="512064"/>
          </a:xfrm>
          <a:prstGeom prst="roundRect">
            <a:avLst>
              <a:gd name="adj" fmla="val 2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145536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1455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43584" y="31638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/energy/summary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31638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solar / grid power + overload flag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85032"/>
            <a:ext cx="8412480" cy="512064"/>
          </a:xfrm>
          <a:prstGeom prst="roundRect">
            <a:avLst>
              <a:gd name="adj" fmla="val 2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758184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75818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43584" y="37764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377647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gần nhất (cache + InfluxDB fallback)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8412480" cy="512064"/>
          </a:xfrm>
          <a:prstGeom prst="roundRect">
            <a:avLst>
              <a:gd name="adj" fmla="val 21429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370832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37083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43584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/loads/{load_id}/command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3891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"action": "on|off", "reason": "..." }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37500"/>
            </a:avLst>
          </a:prstGeom>
          <a:solidFill>
            <a:srgbClr val="0B2D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4754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cache state qua MQTT subscribe + fallback query InfluxDB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InfluxDB + Grafana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— 5 Measurements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749040" cy="512064"/>
          </a:xfrm>
          <a:prstGeom prst="roundRect">
            <a:avLst>
              <a:gd name="adj" fmla="val 12500"/>
            </a:avLst>
          </a:prstGeom>
          <a:solidFill>
            <a:srgbClr val="0891B2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73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meter_telemetry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load_id, device_id, priority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3749040" cy="512064"/>
          </a:xfrm>
          <a:prstGeom prst="roundRect">
            <a:avLst>
              <a:gd name="adj" fmla="val 12500"/>
            </a:avLst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59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solar_telemetry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5786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device_id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3749040" cy="512064"/>
          </a:xfrm>
          <a:prstGeom prst="roundRect">
            <a:avLst>
              <a:gd name="adj" fmla="val 12500"/>
            </a:avLst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44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energy_summary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1638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3749040" cy="512064"/>
          </a:xfrm>
          <a:prstGeom prst="roundRect">
            <a:avLst>
              <a:gd name="adj" fmla="val 12500"/>
            </a:avLst>
          </a:prstGeom>
          <a:solidFill>
            <a:srgbClr val="EF4444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95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gateway_events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event_type, severity, load_id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4078224"/>
            <a:ext cx="3749040" cy="512064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load_status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43342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load_id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— 7 Panels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79222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7922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1792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Power (W) + threshold 3500W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221992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2219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22219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per Load (HVAC/Light/Plug)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651760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517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 Output (W)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081528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EF4444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0815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3081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Power Draw (W)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511296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5112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3511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Status On=1 / Off=0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94106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EF4444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9410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39410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 Events Count/phút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4370832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43708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4370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Events Table (latest 50)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937760"/>
            <a:ext cx="8412480" cy="347472"/>
          </a:xfrm>
          <a:prstGeom prst="roundRect">
            <a:avLst>
              <a:gd name="adj" fmla="val 26316"/>
            </a:avLst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937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Auto-provisioning: datasource + dashboard load tự động khi container khởi động, không cần cấu hình thủ công.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Triển khai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307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Services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73736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×3, actuator ×3, solar, gateway, API, mosquitto, influxdb, grafana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10B981">
              <a:alpha val="8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075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307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55848" y="173736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service có healthcheck. depends_on condition: service_healthy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26480" y="123444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23444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F59E0B">
              <a:alpha val="8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075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307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Docker Volumes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36208" y="173736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influxdb_data, grafana_data, mosquitto_data, mosquitto_log — bảo toàn data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65760" y="310896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10896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06B6D4">
              <a:alpha val="88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8211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318211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Auth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5488" y="361188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allow_anonymous false. Username/password qua mosquitto_passwd (cộng điểm)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310896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10896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10B981">
              <a:alpha val="88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8211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03320" y="318211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.env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55848" y="361188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config đọc từ env vars. Không hard-code bất kỳ thông số nào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0896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8211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318211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Network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36208" y="361188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iot_net bridge. Service name thay localhost — Docker DNS resolver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&amp; Unit Tests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3657600"/>
          </a:xfrm>
          <a:prstGeom prst="roundRect">
            <a:avLst>
              <a:gd name="adj" fmla="val 30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350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3350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— Rule Engine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tests/test_rule_engine.py  •  10 test cases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19476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no_events_under_threshold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2221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6112" y="2221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overload_detected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2496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96112" y="24963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sheds_low_priority_first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4360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6112" y="27706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high_priority_NOT_shed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" y="3044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96112" y="3044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no_shedding_under_threshold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4360" y="3319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96112" y="3319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solar_restore_triggered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" y="3593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96112" y="35935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no_restore_when_solar_low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4360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96112" y="38679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meter_offline_detection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436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96112" y="4142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online_meter_not_flagged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4360" y="4416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96112" y="4416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power_normal_restore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1234440"/>
            <a:ext cx="4069080" cy="3657600"/>
          </a:xfrm>
          <a:prstGeom prst="roundRect">
            <a:avLst>
              <a:gd name="adj" fmla="val 3000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35024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193792" y="13350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Injection Script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846320" y="16642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tests/inject_anomaly.py  •  3 kịch bản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846320" y="2011680"/>
            <a:ext cx="475488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4846320" y="201168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KB1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394960" y="20299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power spike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846320" y="23591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3700W → overload_detected + load_shed (plug off)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846320" y="2926080"/>
            <a:ext cx="475488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4846320" y="292608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394960" y="29443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solar restore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4846320" y="32735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= 1500W → load_restored_solar (plug on)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846320" y="3840480"/>
            <a:ext cx="475488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4846320" y="384048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KB3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5394960" y="38587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silence → offline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4846320" y="41879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meter im 35s → meter_offline [critical]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435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891B2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252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53712" y="12252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Tất cả 12 container running/healthy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6733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891B2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6550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53712" y="16550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Verify STATUS = Up (healthy)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48256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1031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2084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mosquitto_sub -t 'energy/#' -v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53712" y="20848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Thấy meter + solar publish định kỳ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478024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5328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2514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-f energy-gateway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53712" y="25146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Gateway nhận telemetry, rule engine log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907792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962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2944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inject_anomaly.py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53712" y="29443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 kịch bản → event xuất hiện trên log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337560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339242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33741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localhost:8000/energy/summary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53712" y="33741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API trả total/solar/grid power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767328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38221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/loads/plug/command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5371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Lệnh thủ công → actuator phản hồi status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197096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4251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891B2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1248" y="4233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:3000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53712" y="4233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7 panels hiển thị real-time, events table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626864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2920" y="468172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8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4663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 :8086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53712" y="4663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5 measurements có data points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704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Docker services — hoàn chỉnh, health-checked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17720" y="100584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0700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1704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5 luật + bonus, thread-safe StateStore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193852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3969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7 panels auto-provisioned từ JSON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17720" y="1938528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3969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84648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unit tests + anomaly injection script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65760" y="2871216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72384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32688" y="3035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auth, .env, health checks — đầy đủ cộng điểm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4617720" y="2871216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0E3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072384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84648" y="3035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InfluxDB measurements — telemetry, event, status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13333"/>
            </a:avLst>
          </a:prstGeom>
          <a:solidFill>
            <a:srgbClr val="0B2D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594360" y="4005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triển: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94360" y="42793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TLS/SSL cho MQTT  •  Time-of-use pricing  •  Battery storage simulator  •  ML dự đoán overload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 và các bạn đã lắng nghe!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Smart Energy Management Gateway</dc:title>
  <dc:subject>IT6130 Mini-project</dc:subject>
  <dc:creator>Nhom XX</dc:creator>
  <cp:lastModifiedBy>Nhom XX</cp:lastModifiedBy>
  <cp:revision>1</cp:revision>
  <dcterms:created xsi:type="dcterms:W3CDTF">2026-06-17T04:47:59Z</dcterms:created>
  <dcterms:modified xsi:type="dcterms:W3CDTF">2026-06-17T04:47:59Z</dcterms:modified>
</cp:coreProperties>
</file>